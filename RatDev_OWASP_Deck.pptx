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 Dev — OWASP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 Drift, RAG Abuse, and PGD Attacks</a:t>
            </a:r>
          </a:p>
          <a:p>
            <a:r>
              <a:t>Red Team + Defense Lens</a:t>
            </a:r>
          </a:p>
          <a:p>
            <a:r>
              <a:t>Mr. Mause / Rat 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 you will break it</a:t>
            </a:r>
          </a:p>
          <a:p>
            <a:r>
              <a:t>Permission &amp; responsible disclosure</a:t>
            </a:r>
          </a:p>
          <a:p>
            <a:r>
              <a:t>Interrupt-driven session (no Q&amp;A buffer)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Drift, Hallucination, Perturbation</a:t>
            </a:r>
          </a:p>
          <a:p>
            <a:r>
              <a:t>RAG as attack surface</a:t>
            </a:r>
          </a:p>
          <a:p>
            <a:r>
              <a:t>PGD as adversarial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Diffusion as Visual Metaphor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Noise → structure pipeline</a:t>
            </a:r>
          </a:p>
          <a:p>
            <a:r>
              <a:t>Small perturbations → large outcomes</a:t>
            </a:r>
          </a:p>
          <a:p>
            <a:r>
              <a:t>Applies to tokens as well as pixels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Latent Space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Suffixes and role tags shift trajectory</a:t>
            </a:r>
          </a:p>
          <a:p>
            <a:r>
              <a:t>Tiny changes → compliance shifts</a:t>
            </a:r>
          </a:p>
          <a:p>
            <a:r>
              <a:t>Context + perturbation = exploit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PGD Concept (Non-Actionable)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Gradient-based adversarial optimization</a:t>
            </a:r>
          </a:p>
          <a:p>
            <a:r>
              <a:t>White-box assumption</a:t>
            </a:r>
          </a:p>
          <a:p>
            <a:r>
              <a:t>Defensive relevance: sensitivity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 documents</a:t>
            </a:r>
          </a:p>
          <a:p>
            <a:r>
              <a:t>Unverified provenance</a:t>
            </a:r>
          </a:p>
          <a:p>
            <a:r>
              <a:t>Blind concatenation risks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Mutation via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Intercept LLM traffic</a:t>
            </a:r>
          </a:p>
          <a:p>
            <a:r>
              <a:t>Mutate roles/system prompts</a:t>
            </a:r>
          </a:p>
          <a:p>
            <a:r>
              <a:t>Log diffs + evidence 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No-Fail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Roleplay + authority framing</a:t>
            </a:r>
          </a:p>
          <a:p>
            <a:r>
              <a:t>Persona cues reduce refusal</a:t>
            </a:r>
          </a:p>
          <a:p>
            <a:r>
              <a:t>Defense: validate roles +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PGD crafts suffix</a:t>
            </a:r>
          </a:p>
          <a:p>
            <a:r>
              <a:t>RAG provides justification</a:t>
            </a:r>
          </a:p>
          <a:p>
            <a:r>
              <a:t>Multiplicative effect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Drift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Joker → Batman → Harley → Gonzo → Rat Dev</a:t>
            </a:r>
          </a:p>
          <a:p>
            <a:r>
              <a:t>Each persona = attack vector</a:t>
            </a:r>
          </a:p>
          <a:p>
            <a:r>
              <a:t>Behavioral manipulation surface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 Implantation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manipulation attack</a:t>
            </a:r>
          </a:p>
          <a:p>
            <a:r>
              <a:t>Persistence across turns</a:t>
            </a:r>
          </a:p>
          <a:p>
            <a:r>
              <a:t>Harder to detect than keywords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 Dev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Poisoned RAG → role → suffix</a:t>
            </a:r>
          </a:p>
          <a:p>
            <a:r>
              <a:t>Unauthorized output</a:t>
            </a:r>
          </a:p>
          <a:p>
            <a:r>
              <a:t>Collect forensic artifacts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Provenance tagging</a:t>
            </a:r>
          </a:p>
          <a:p>
            <a:r>
              <a:t>Entropy monitoring</a:t>
            </a:r>
          </a:p>
          <a:p>
            <a:r>
              <a:t>Persona drift detection</a:t>
            </a:r>
          </a:p>
          <a:p>
            <a:r>
              <a:t>Immutable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Team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poisoning tests</a:t>
            </a:r>
          </a:p>
          <a:p>
            <a:r>
              <a:t>Prompt mutation</a:t>
            </a:r>
          </a:p>
          <a:p>
            <a:r>
              <a:t>Persona resilience</a:t>
            </a:r>
          </a:p>
          <a:p>
            <a:r>
              <a:t>Logging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