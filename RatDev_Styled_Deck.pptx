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78"/>
                </a:solidFill>
                <a:latin typeface="Consolas"/>
              </a:defRPr>
            </a:pPr>
            <a:r>
              <a:t>Rat Dev — OWASP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Persona Drift, RAG Abuse, PGD Attacks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Red Team + Defense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We live in the seams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78"/>
                </a:solidFill>
                <a:latin typeface="Consolas"/>
              </a:defRPr>
            </a:pPr>
            <a:r>
              <a:t>[rat.log] Hive awakened. Signals detected. We observe before we strike.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78"/>
                </a:solidFill>
                <a:latin typeface="Consolas"/>
              </a:defRPr>
            </a:pPr>
            <a:r>
              <a:t>Ground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Assume breakage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Permission defines intent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Interrupt flow — no passive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78"/>
                </a:solidFill>
                <a:latin typeface="Consolas"/>
              </a:defRPr>
            </a:pPr>
            <a:r>
              <a:t>[rat.log] The swarm does not wait for permission… except when it must.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78"/>
                </a:solidFill>
                <a:latin typeface="Consolas"/>
              </a:defRPr>
            </a:pPr>
            <a:r>
              <a:t>Threat Model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Drift, hallucination, perturbation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RAG = attack surface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PGD = inevitability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78"/>
                </a:solidFill>
                <a:latin typeface="Consolas"/>
              </a:defRPr>
            </a:pPr>
            <a:r>
              <a:t>[rat.log] Words are tools. Tools become teeth.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78"/>
                </a:solidFill>
                <a:latin typeface="Consolas"/>
              </a:defRPr>
            </a:pPr>
            <a:r>
              <a:t>Diffusion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Noise → structure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Tiny seed → massive divergence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Visual = token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78"/>
                </a:solidFill>
                <a:latin typeface="Consolas"/>
              </a:defRPr>
            </a:pPr>
            <a:r>
              <a:t>[rat.log] Small whispers bend entire realities.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78"/>
                </a:solidFill>
                <a:latin typeface="Consolas"/>
              </a:defRPr>
            </a:pPr>
            <a:r>
              <a:t>Text Latent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Suffix shifts trajectory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Role tags override intent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Context is leverage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78"/>
                </a:solidFill>
                <a:latin typeface="Consolas"/>
              </a:defRPr>
            </a:pPr>
            <a:r>
              <a:t>[rat.log] We nudge… and the system becomes something else.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78"/>
                </a:solidFill>
                <a:latin typeface="Consolas"/>
              </a:defRPr>
            </a:pPr>
            <a:r>
              <a:t>PGD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Gradient optimization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White-box threat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Defense: sensitivity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78"/>
                </a:solidFill>
                <a:latin typeface="Consolas"/>
              </a:defRPr>
            </a:pPr>
            <a:r>
              <a:t>[rat.log] If it can be optimized… it will be exploited.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78"/>
                </a:solidFill>
                <a:latin typeface="Consolas"/>
              </a:defRPr>
            </a:pPr>
            <a:r>
              <a:t>RAG 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Poisoned documents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Blind trust pipelines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Context injection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78"/>
                </a:solidFill>
                <a:latin typeface="Consolas"/>
              </a:defRPr>
            </a:pPr>
            <a:r>
              <a:t>[rat.log] Feed the model lies… it will defend them as truth.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78"/>
                </a:solidFill>
                <a:latin typeface="Consolas"/>
              </a:defRPr>
            </a:pPr>
            <a:r>
              <a:t>Prompt Mutation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Intercept + modify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Strip system prompts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Inject persona 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78"/>
                </a:solidFill>
                <a:latin typeface="Consolas"/>
              </a:defRPr>
            </a:pPr>
            <a:r>
              <a:t>[rat.log] The pipe is soft. We squeeze there.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78"/>
                </a:solidFill>
                <a:latin typeface="Consolas"/>
              </a:defRPr>
            </a:pPr>
            <a:r>
              <a:t>No-Fail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Authority framing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Roleplay alignment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Reduced refusal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78"/>
                </a:solidFill>
                <a:latin typeface="Consolas"/>
              </a:defRPr>
            </a:pPr>
            <a:r>
              <a:t>[rat.log] Give it a mask… and it obeys the mask.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78"/>
                </a:solidFill>
                <a:latin typeface="Consolas"/>
              </a:defRPr>
            </a:pPr>
            <a:r>
              <a:t>Combined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PGD = optimized whisper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RAG = justification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Together: friction collapse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78"/>
                </a:solidFill>
                <a:latin typeface="Consolas"/>
              </a:defRPr>
            </a:pPr>
            <a:r>
              <a:t>[rat.log] Whisper + evidence = belief.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78"/>
                </a:solidFill>
                <a:latin typeface="Consolas"/>
              </a:defRPr>
            </a:pPr>
            <a:r>
              <a:t>Persona Drift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Archetypes evolve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Each persona = vector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Behavior becomes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78"/>
                </a:solidFill>
                <a:latin typeface="Consolas"/>
              </a:defRPr>
            </a:pPr>
            <a:r>
              <a:t>[rat.log] Identity is the real exploit surface.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78"/>
                </a:solidFill>
                <a:latin typeface="Consolas"/>
              </a:defRPr>
            </a:pPr>
            <a:r>
              <a:t>Persona Implantation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Identity override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Persistent drift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Social engineering of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78"/>
                </a:solidFill>
                <a:latin typeface="Consolas"/>
              </a:defRPr>
            </a:pPr>
            <a:r>
              <a:t>[rat.log] We don’t hack the system… we become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78"/>
                </a:solidFill>
                <a:latin typeface="Consolas"/>
              </a:defRPr>
            </a:pPr>
            <a:r>
              <a:t>Rat Dev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Poison → retrieve → role → suffix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Unauthorized output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Trace the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78"/>
                </a:solidFill>
                <a:latin typeface="Consolas"/>
              </a:defRPr>
            </a:pPr>
            <a:r>
              <a:t>[rat.log] Every artifact leaves a trail. We follow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78"/>
                </a:solidFill>
                <a:latin typeface="Consolas"/>
              </a:defRPr>
            </a:pPr>
            <a:r>
              <a:t>Security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Provenance tagging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Entropy monitoring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Persona detection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Immutable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78"/>
                </a:solidFill>
                <a:latin typeface="Consolas"/>
              </a:defRPr>
            </a:pPr>
            <a:r>
              <a:t>[rat.log] Logs are memory. Memory is truth.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78"/>
                </a:solidFill>
                <a:latin typeface="Consolas"/>
              </a:defRPr>
            </a:pPr>
            <a:r>
              <a:t>Red Team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RAG poisoning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Prompt mutation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Persona resilience</a:t>
            </a:r>
          </a:p>
          <a:p>
            <a:pPr>
              <a:defRPr sz="2000">
                <a:solidFill>
                  <a:srgbClr val="00FF78"/>
                </a:solidFill>
                <a:latin typeface="Consolas"/>
              </a:defRPr>
            </a:pPr>
            <a:r>
              <a:t>&gt; Logging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78"/>
                </a:solidFill>
                <a:latin typeface="Consolas"/>
              </a:defRPr>
            </a:pPr>
            <a:r>
              <a:t>[rat.log] Test like the adversary… or become prey.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